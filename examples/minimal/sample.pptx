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Sample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Minimal fixture for the extract / build / verify pipeline</a:t>
            </a:r>
          </a:p>
        </p:txBody>
      </p:sp>
      <p:pic>
        <p:nvPicPr>
          <p:cNvPr id="4" name="Picture 3" descr="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0"/>
            <a:ext cx="10698480" cy="3566160"/>
          </a:xfrm>
          <a:prstGeom prst="rect">
            <a:avLst/>
          </a:prstGeom>
        </p:spPr>
      </p:pic>
      <p:pic>
        <p:nvPicPr>
          <p:cNvPr id="5" name="Picture 4" descr="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6172200"/>
            <a:ext cx="7315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Body copy taken verbatim from the source deck. This page exists to exercise paragraph extraction and per-page image ranking.</a:t>
            </a:r>
          </a:p>
        </p:txBody>
      </p:sp>
      <p:pic>
        <p:nvPicPr>
          <p:cNvPr id="4" name="Picture 3" descr="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4572000" cy="4572000"/>
          </a:xfrm>
          <a:prstGeom prst="rect">
            <a:avLst/>
          </a:prstGeom>
        </p:spPr>
      </p:pic>
      <p:pic>
        <p:nvPicPr>
          <p:cNvPr id="5" name="Picture 4" descr="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6172200"/>
            <a:ext cx="7315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822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Spec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1737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Spec: 120*45*0.6mm;   Density: 80kg/m3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Standard length: 3000mm;   Grade: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30175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Bullet one: double-cavity structure for multi-stage insulation.</a:t>
            </a:r>
          </a:p>
          <a:p>
            <a:r>
              <a:rPr sz="1400"/>
              <a:t>Bullet two: pre-punched service holes, SI separation.</a:t>
            </a:r>
          </a:p>
          <a:p>
            <a:r>
              <a:rPr sz="1400"/>
              <a:t>Bullet three: shaped through holes for load transfer.</a:t>
            </a:r>
          </a:p>
        </p:txBody>
      </p:sp>
      <p:pic>
        <p:nvPicPr>
          <p:cNvPr id="6" name="Picture 5" descr="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2926080" cy="5852160"/>
          </a:xfrm>
          <a:prstGeom prst="rect">
            <a:avLst/>
          </a:prstGeom>
        </p:spPr>
      </p:pic>
      <p:pic>
        <p:nvPicPr>
          <p:cNvPr id="7" name="Picture 6" descr="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6172200"/>
            <a:ext cx="7315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Comparison</a:t>
            </a:r>
          </a:p>
        </p:txBody>
      </p:sp>
      <p:pic>
        <p:nvPicPr>
          <p:cNvPr id="3" name="Picture 2" descr="w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029200" cy="2834640"/>
          </a:xfrm>
          <a:prstGeom prst="rect">
            <a:avLst/>
          </a:prstGeom>
        </p:spPr>
      </p:pic>
      <p:pic>
        <p:nvPicPr>
          <p:cNvPr id="4" name="Picture 3" descr="tall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28800"/>
            <a:ext cx="2377440" cy="4206240"/>
          </a:xfrm>
          <a:prstGeom prst="rect">
            <a:avLst/>
          </a:prstGeom>
        </p:spPr>
      </p:pic>
      <p:pic>
        <p:nvPicPr>
          <p:cNvPr id="5" name="Picture 4" descr="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855" y="6172200"/>
            <a:ext cx="7315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Grouped Layout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22960" y="1737360"/>
            <a:ext cx="9601200" cy="3657600"/>
            <a:chOff x="1097280" y="2011680"/>
            <a:chExt cx="8595360" cy="2743200"/>
          </a:xfrm>
        </p:grpSpPr>
        <p:pic>
          <p:nvPicPr>
            <p:cNvPr id="4" name="Picture 3" descr="squar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2011680"/>
              <a:ext cx="2743200" cy="27432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4206240" y="2926080"/>
              <a:ext cx="5486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Inside a group</a:t>
              </a:r>
            </a:p>
          </p:txBody>
        </p:sp>
      </p:grpSp>
      <p:pic>
        <p:nvPicPr>
          <p:cNvPr id="6" name="Picture 5" descr="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6172200"/>
            <a:ext cx="7315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Table Page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201168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Tables must be reported by the probe (rebuilt as HTML, not a screenshot).</a:t>
            </a:r>
          </a:p>
        </p:txBody>
      </p:sp>
      <p:pic>
        <p:nvPicPr>
          <p:cNvPr id="5" name="Picture 4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6172200"/>
            <a:ext cx="7315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Continuation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Filler page so the footer badge appears on enough pages to trigger the recurring-decoration rule.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6172200"/>
            <a:ext cx="7315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Continuation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Filler page so the footer badge appears on enough pages to trigger the recurring-decoration rule.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6172200"/>
            <a:ext cx="73152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